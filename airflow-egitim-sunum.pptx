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Apache Airflow 101 &amp;</a:t>
            </a:r>
          </a:p>
          <a:p>
            <a:r>
              <a:t>BigQuery Entegrasyonu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CADCFC"/>
                </a:solidFill>
              </a:defRPr>
            </a:pPr>
            <a:r>
              <a:t>2 Günlük Kapsamlı Eğitim Programı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Docker • DAG Geliştirme • Production Deployment • BigQuery ETL • Sales Datamart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ADCFC"/>
                </a:solidFill>
              </a:defRPr>
            </a:pPr>
            <a:r>
              <a:t>Mart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65A82"/>
                </a:solidFill>
              </a:defRPr>
            </a:pPr>
            <a:r>
              <a:t>📋 Eğitim Programı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023360" cy="54864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GÜN 1: TEMELLER (8 saat)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09:00-09:45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202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Airflow'a Giriş &amp; Kavramlar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09:45-10:30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3774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Docker ile Kurulum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10:45-11:45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8346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DAG Geliştirme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11:45-12:45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918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Operatörler &amp; TaskFlow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13:45-14:30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39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WebUI &amp; Yönetim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14:30-17:00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062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🔧 Hands-on LAB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188720"/>
            <a:ext cx="402336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GÜN 2: PRODUCTION &amp; BIGQUERY (8 saat)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920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09:00-09:45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Deployment &amp; CI/CD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377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09:45-10:45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774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BigQuery Entegrasyonu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346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11:00-12:30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346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Sales Datamart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13:30-16:30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918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🚀 Proje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4903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16:30-17:00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49039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Özet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65A82"/>
                </a:solidFill>
              </a:defRPr>
            </a:pPr>
            <a:r>
              <a:t>Apache Airflow Nedir?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Workflow orkestrasyon platformu: Python ile veri pipeline'ları oluşturun, zamanlayın ve izleyin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971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DAG-Based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3832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Directed Acyclic Graph ile task bağımlılıkları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74320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926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971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Python 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3832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Python ile kod yazarak pipeline tanımlama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43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Dinamik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7548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Programmatik olarak dinamik pipeline'lar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1480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2976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343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Ölçeklenebilir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7548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CeleryExecutor ve KubernetesExecutor desteği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66666"/>
                </a:solidFill>
              </a:defRPr>
            </a:pPr>
            <a:r>
              <a:t>🔗 airflow.apache.org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Eğitim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CADCFC"/>
                </a:solidFill>
              </a:defRPr>
            </a:pPr>
            <a:r>
              <a:t>2 Gün Boyunca Öğrendikleriniz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Apache Airflow mimarisi ve core kavramlar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Docker ile local development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DAG geliştirme ve operatörler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TaskFlow API ile modern pipeline yazımı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WebUI kullanımı ve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BigQuery entegrasyonu ve ETL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Star Schema veri ambarı tasarımı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Production deployment ve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Best practices ve troubleshooting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1">
                <a:solidFill>
                  <a:srgbClr val="CADCFC"/>
                </a:solidFill>
              </a:defRPr>
            </a:pPr>
            <a:r>
              <a:t>Şimdi production-ready Airflow pipelines yazabilirsiniz! 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Sorularınız?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ADCFC"/>
                </a:solidFill>
              </a:defRPr>
            </a:pPr>
            <a:r>
              <a:t>Teşekkürler!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🔗 airflow.apache.org  |  📧 data-team@example.com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CADCFC"/>
                </a:solidFill>
              </a:defRPr>
            </a:pPr>
            <a:r>
              <a:t>Apache Airflow 101 &amp; BigQuery Eğitimi • Mart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